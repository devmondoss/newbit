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B0E4F6C-97A7-E9D1-2EF6-51DAC7824FDA}">
          <p14:sldIdLst>
            <p14:sldId id="256"/>
          </p14:sldIdLst>
        </p14:section>
        <p14:section name="Problema y solución" id="{B3E5AB63-0A47-302A-5766-712763D7984E}">
          <p14:sldIdLst>
            <p14:sldId id="257"/>
            <p14:sldId id="258"/>
          </p14:sldIdLst>
        </p14:section>
        <p14:section name="Cómo funciona" id="{742314A1-C8BF-EA98-3C5F-CE7F282EE121}">
          <p14:sldIdLst>
            <p14:sldId id="259"/>
            <p14:sldId id="260"/>
            <p14:sldId id="261"/>
          </p14:sldIdLst>
        </p14:section>
        <p14:section name="Usuarios y equipo" id="{A6248D91-5537-B03F-8EB9-552F8F83CBED}">
          <p14:sldIdLst>
            <p14:sldId id="262"/>
            <p14:sldId id="263"/>
          </p14:sldIdLst>
        </p14:section>
        <p14:section name="Épicas e historias" id="{2167496F-7C61-D843-09BE-D850312CF759}">
          <p14:sldIdLst>
            <p14:sldId id="264"/>
            <p14:sldId id="265"/>
          </p14:sldIdLst>
        </p14:section>
        <p14:section name="Viabilidad y cierre" id="{C17A1117-80B7-F10D-4071-B6E7A1EF4AB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7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NewBit, nuestra plataforma de Computer Vision para operaciones industriales. Somos tres: Albert es el Product Owner, Anthony es Scrum Master y Developer, y Luis es Developer. El proyecto se desarrolla con Scrum en cuatro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cámaras: las plantas ya las tienen. El problema es que graban sin avisar. Las inspecciones son puntuales y las conductas inseguras duran segundos, así que se detectan tarde o nunca.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NewBit aprovecha las cámaras existentes. Hace tres cosas: detecta la conducta en el video, alerta con evidencia y registra todo para que la gerencia pueda decidir. Una persona siempre valida la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Este es el corazón técnico. El video entra, YOLOv8 detecta personas y objetos en cada frame, descartamos los frames sin actividad, armamos secuencias y el ConvLSTM reconoce la conducta. Si es insegura, se genera la alerta con evidencia y una persona la valida. Cada etapa corresponde a un requisito del 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Empezamos con dos conductas visualmente distintas que se pueden entrenar en cuatro sprints. El modelo también aprende los casos seguros de contraste. La plataforma queda lista para sumar más conductas.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Antes de operar, NewBit aprende con un dataset público de video industrial con licencia abierta. Anotamos frames, entrenamos YOLOv8 y ConvLSTM, evaluamos con métricas por clase y versionamos los modelos. No prometemos cifras: las metas salen de la línea base del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NewBit para cinco perfiles. Cada uno tiene una necesidad distinta: el administrador configura, la supervisora de SST y la operadora atienden alertas, el supervisor de turno corrige y el gerente decide con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tres. Albert es el Product Owner, Anthony combina Scrum Master y Developer, y Luis es Developer; los dos Developers se revisan el código entre sí. Trabajamos en cuatro sprints de dos semanas, del 19 de octubre al 11 de diciembre.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Organizamos el trabajo en seis épicas que siguen el recorrido del video: ingestión, filtrado con YOLOv8, segmentación en clips, clasificación con ConvLSTM, interfaz con alertas y administración de parámetros. La épica central es la EP04. Cada épica tiene la forma: como rol, yo debería, a fin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épica se descompone en historias de usuario más pequeñas y verificables. Por ejemplo, la EP04 se divide en procesar el clip con ConvLSTM y etiquetar la conducta. Son doce historias iniciales que luego priorizamos en el Product Backlog y repartimos entre los cuatro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presupuesto total es de 20 768 soles, el mismo del Acta. Casi todo es la dedicación valorizada del equipo; el gasto real en efectivo es de unos 280 soles más la contingencia, porque el dataset y las herramientas son abiertos. No afirmamos ahorros: se medirán con la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los principios de NewBit: evaluamos conductas y no frames, una persona valida cada alerta, protegemos la privacidad y todo es reproducible. Gracias;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· Ingeniería de Software II · UNS 2026-II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974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Computer Vision que convierte cámaras existentes en sensores inteligentes configurables para operaciones industriales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7315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PY-NB-001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27889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4 sprints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8463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· 2026-II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Albert Sebastian Chumacero Chávarry (Product Owner) · Anthony Gabriel Lopez Yrribarren (Scrum Master y Developer) · Luis Fernando Salazar Diaz (Developer)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Dr. Alfredo Daza Vergaray · Universidad Nacional del Santa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cámaras graban, pero no avisan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6605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44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puntuales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supervisión de seguridad no cubre todo el turno ni todas las zonas.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312359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9077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video sin revisar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337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cámaras graban de forma continua, pero nadie puede verlo todo a tiempo.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458663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370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conducta se detecta tarde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fuera de la vía peatonal o dejar un panel abierto pasa inadvertido.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040880" y="1417320"/>
            <a:ext cx="4572000" cy="438912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 txBox="1"/>
          <p:nvPr/>
        </p:nvSpPr>
        <p:spPr>
          <a:xfrm>
            <a:off x="740664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331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conducta insegura dura segundos. El video la guarda por días, pero nadie la ve a tiempo.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42519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29783 exige identificar y controlar los riesgos laborales; hoy esa vigilancia depende casi por completo de la observación humana.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convierte cada cámara en un sensor inteligente</a:t>
            </a:r>
            <a:endParaRPr lang="en-US" sz="3200" dirty="0"/>
          </a:p>
        </p:txBody>
      </p:sp>
      <p:sp>
        <p:nvSpPr>
          <p:cNvPr id="3" name="sol0"/>
          <p:cNvSpPr/>
          <p:nvPr/>
        </p:nvSpPr>
        <p:spPr>
          <a:xfrm>
            <a:off x="54864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05840" cy="100584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02" y="20702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 conducta, no solo el objeto: detección con YOLOv8 y análisis de la secuencia con ConvLSTM.</a:t>
            </a:r>
            <a:endParaRPr lang="en-US" sz="1600" dirty="0"/>
          </a:p>
        </p:txBody>
      </p:sp>
      <p:sp>
        <p:nvSpPr>
          <p:cNvPr id="8" name="sol1"/>
          <p:cNvSpPr/>
          <p:nvPr/>
        </p:nvSpPr>
        <p:spPr>
          <a:xfrm>
            <a:off x="429768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466344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2" y="207020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una alerta visual y sonora con el clip de evidencia para intervenir a tiempo.</a:t>
            </a:r>
            <a:endParaRPr lang="en-US" sz="1600" dirty="0"/>
          </a:p>
        </p:txBody>
      </p:sp>
      <p:sp>
        <p:nvSpPr>
          <p:cNvPr id="13" name="sol2"/>
          <p:cNvSpPr/>
          <p:nvPr/>
        </p:nvSpPr>
        <p:spPr>
          <a:xfrm>
            <a:off x="804672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1005840" cy="1005840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882" y="2070202"/>
            <a:ext cx="523037" cy="5230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cada evento validado y genera reportes por tipo, zona y semana para decidir.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video a la alerta en 7 etapas</a:t>
            </a:r>
            <a:endParaRPr lang="en-US" sz="3200" dirty="0"/>
          </a:p>
        </p:txBody>
      </p:sp>
      <p:sp>
        <p:nvSpPr>
          <p:cNvPr id="3" name="etapa1"/>
          <p:cNvSpPr/>
          <p:nvPr/>
        </p:nvSpPr>
        <p:spPr>
          <a:xfrm>
            <a:off x="548640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MP4 de las cámaras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47672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etapa2"/>
          <p:cNvSpPr/>
          <p:nvPr/>
        </p:nvSpPr>
        <p:spPr>
          <a:xfrm>
            <a:off x="2167128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2304288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87168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733" y="214152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58568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YOLOv8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258568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montacargas y paneles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32888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 txBox="1"/>
          <p:nvPr/>
        </p:nvSpPr>
        <p:spPr>
          <a:xfrm>
            <a:off x="2532888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66160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etapa3"/>
          <p:cNvSpPr/>
          <p:nvPr/>
        </p:nvSpPr>
        <p:spPr>
          <a:xfrm>
            <a:off x="3785616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 txBox="1"/>
          <p:nvPr/>
        </p:nvSpPr>
        <p:spPr>
          <a:xfrm>
            <a:off x="3922776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05656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221" y="214152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77056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frames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877056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lo irrelevante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151376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 txBox="1"/>
          <p:nvPr/>
        </p:nvSpPr>
        <p:spPr>
          <a:xfrm>
            <a:off x="4151376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184648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etapa4"/>
          <p:cNvSpPr/>
          <p:nvPr/>
        </p:nvSpPr>
        <p:spPr>
          <a:xfrm>
            <a:off x="5404104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6"/>
          <p:cNvSpPr txBox="1"/>
          <p:nvPr/>
        </p:nvSpPr>
        <p:spPr>
          <a:xfrm>
            <a:off x="5541264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724144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709" y="2141525"/>
            <a:ext cx="380390" cy="38039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95544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495544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por clip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769864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1"/>
          <p:cNvSpPr txBox="1"/>
          <p:nvPr/>
        </p:nvSpPr>
        <p:spPr>
          <a:xfrm>
            <a:off x="5769864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803136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etapa5"/>
          <p:cNvSpPr/>
          <p:nvPr/>
        </p:nvSpPr>
        <p:spPr>
          <a:xfrm>
            <a:off x="7022592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Text 34"/>
          <p:cNvSpPr txBox="1"/>
          <p:nvPr/>
        </p:nvSpPr>
        <p:spPr>
          <a:xfrm>
            <a:off x="715975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342632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197" y="2141525"/>
            <a:ext cx="380390" cy="38039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114032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7114032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 conducta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388352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39"/>
          <p:cNvSpPr txBox="1"/>
          <p:nvPr/>
        </p:nvSpPr>
        <p:spPr>
          <a:xfrm>
            <a:off x="7388352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8421624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etapa6"/>
          <p:cNvSpPr/>
          <p:nvPr/>
        </p:nvSpPr>
        <p:spPr>
          <a:xfrm>
            <a:off x="8641080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Text 42"/>
          <p:cNvSpPr txBox="1"/>
          <p:nvPr/>
        </p:nvSpPr>
        <p:spPr>
          <a:xfrm>
            <a:off x="877824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8961120" y="1965960"/>
            <a:ext cx="731520" cy="73152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6685" y="2141525"/>
            <a:ext cx="380390" cy="38039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732520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873252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y sonora, con evidencia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9006840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47"/>
          <p:cNvSpPr txBox="1"/>
          <p:nvPr/>
        </p:nvSpPr>
        <p:spPr>
          <a:xfrm>
            <a:off x="900684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10040112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etapa7"/>
          <p:cNvSpPr/>
          <p:nvPr/>
        </p:nvSpPr>
        <p:spPr>
          <a:xfrm>
            <a:off x="10259568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8" name="Text 50"/>
          <p:cNvSpPr txBox="1"/>
          <p:nvPr/>
        </p:nvSpPr>
        <p:spPr>
          <a:xfrm>
            <a:off x="10396728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10579608" y="1965960"/>
            <a:ext cx="731520" cy="731520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5173" y="2141525"/>
            <a:ext cx="380390" cy="38039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351008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registro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10351008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confirma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10625328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55"/>
          <p:cNvSpPr txBox="1"/>
          <p:nvPr/>
        </p:nvSpPr>
        <p:spPr>
          <a:xfrm>
            <a:off x="10625328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00" dirty="0"/>
          </a:p>
        </p:txBody>
      </p:sp>
      <p:sp>
        <p:nvSpPr>
          <p:cNvPr id="65" name="Shape 56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4DC"/>
          </a:solidFill>
          <a:ln w="1270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57800"/>
            <a:ext cx="502920" cy="502920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1463040" y="5120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y versionados alimentan las etapas 2 (YOLOv8) y 5 (ConvLSTM). La detección dice qué hay en cada frame; el modelo temporal entiende qué está pasando.</a:t>
            </a:r>
            <a:endParaRPr lang="en-US" sz="150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versión: dos conductas de alto riesgo</a:t>
            </a:r>
            <a:endParaRPr lang="en-US" sz="3200" dirty="0"/>
          </a:p>
        </p:txBody>
      </p:sp>
      <p:sp>
        <p:nvSpPr>
          <p:cNvPr id="3" name="conducta0"/>
          <p:cNvSpPr/>
          <p:nvPr/>
        </p:nvSpPr>
        <p:spPr>
          <a:xfrm>
            <a:off x="548640" y="15087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02" y="207020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30175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91440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INSEGURA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9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Tránsito fuera de la vía peatonal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camina fuera de la zona marcada, por donde circulan montacargas.</a:t>
            </a:r>
            <a:endParaRPr lang="en-US" sz="1400" dirty="0"/>
          </a:p>
        </p:txBody>
      </p:sp>
      <p:sp>
        <p:nvSpPr>
          <p:cNvPr id="10" name="conducta1"/>
          <p:cNvSpPr/>
          <p:nvPr/>
        </p:nvSpPr>
        <p:spPr>
          <a:xfrm>
            <a:off x="4343400" y="15087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70916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562" y="2070202"/>
            <a:ext cx="523037" cy="52303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30175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 txBox="1"/>
          <p:nvPr/>
        </p:nvSpPr>
        <p:spPr>
          <a:xfrm>
            <a:off x="470916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INSEGURA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eléctrico abierto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eléctrico queda abierto después de una intervención.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15087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828800"/>
            <a:ext cx="822960" cy="8229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6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contraste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>
                <a:solidFill>
                  <a:srgbClr val="245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ve los casos seguros: caminar por la vía peatonal y el panel cerrado. Así distingue lo correcto de lo inseguro.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i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queda preparada para incorporar nuevas conductas en siguientes versiones.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aprende NewBit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377440"/>
            <a:ext cx="969264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video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industrial público, licencia CC BY 4.0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70048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12140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04288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304288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etiquetados con LabelImg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08576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212140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42816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YOLOv8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42816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personas, montacargas y paneles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47104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212140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81344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ConvLSTM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181344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conductas en secuencias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485632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212140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19872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119872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clase: directa vs. pipeline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24160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1048" y="2121408"/>
            <a:ext cx="512064" cy="5120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58400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1005840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configuración reproducibles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1"/>
          <p:cNvSpPr txBox="1"/>
          <p:nvPr/>
        </p:nvSpPr>
        <p:spPr>
          <a:xfrm>
            <a:off x="82296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división oficial entre entrenamiento y prueba, configuración versionada y métricas por clase. Las metas de desempeño se fijan con la línea base del Sprint 3.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perfiles, una misma plataforma</a:t>
            </a:r>
            <a:endParaRPr lang="en-US" sz="3200" dirty="0"/>
          </a:p>
        </p:txBody>
      </p:sp>
      <p:sp>
        <p:nvSpPr>
          <p:cNvPr id="3" name="perfil0"/>
          <p:cNvSpPr/>
          <p:nvPr/>
        </p:nvSpPr>
        <p:spPr>
          <a:xfrm>
            <a:off x="548640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960120" cy="960120"/>
          </a:xfrm>
          <a:prstGeom prst="ellipse">
            <a:avLst/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109728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Ponce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videos, configura umbrales y gestiona usuarios sin tocar código.</a:t>
            </a:r>
            <a:endParaRPr lang="en-US" sz="1300" dirty="0"/>
          </a:p>
        </p:txBody>
      </p:sp>
      <p:sp>
        <p:nvSpPr>
          <p:cNvPr id="9" name="perfil1"/>
          <p:cNvSpPr/>
          <p:nvPr/>
        </p:nvSpPr>
        <p:spPr>
          <a:xfrm>
            <a:off x="2807208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960120" cy="96012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3355848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Supervisora de SST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Torres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alertas y evidencia, y prioriza inspecciones.</a:t>
            </a:r>
            <a:endParaRPr lang="en-US" sz="1300" dirty="0"/>
          </a:p>
        </p:txBody>
      </p:sp>
      <p:sp>
        <p:nvSpPr>
          <p:cNvPr id="15" name="perfil2"/>
          <p:cNvSpPr/>
          <p:nvPr/>
        </p:nvSpPr>
        <p:spPr>
          <a:xfrm>
            <a:off x="5065776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614416" y="1783080"/>
            <a:ext cx="960120" cy="9601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5614416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 turno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Vásquez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las alertas de su área y corrige en el momento.</a:t>
            </a:r>
            <a:endParaRPr lang="en-US" sz="1300" dirty="0"/>
          </a:p>
        </p:txBody>
      </p:sp>
      <p:sp>
        <p:nvSpPr>
          <p:cNvPr id="21" name="perfil3"/>
          <p:cNvSpPr/>
          <p:nvPr/>
        </p:nvSpPr>
        <p:spPr>
          <a:xfrm>
            <a:off x="7324344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872984" y="1783080"/>
            <a:ext cx="960120" cy="960120"/>
          </a:xfrm>
          <a:prstGeom prst="ellipse">
            <a:avLst/>
          </a:prstGeom>
          <a:solidFill>
            <a:srgbClr val="E0483E"/>
          </a:solidFill>
          <a:ln w="12700">
            <a:solidFill>
              <a:srgbClr val="E04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 txBox="1"/>
          <p:nvPr/>
        </p:nvSpPr>
        <p:spPr>
          <a:xfrm>
            <a:off x="7872984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Operadora de monitoreo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Ramos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cada alerta y marca las falsas alarmas.</a:t>
            </a:r>
            <a:endParaRPr lang="en-US" sz="1300" dirty="0"/>
          </a:p>
        </p:txBody>
      </p:sp>
      <p:sp>
        <p:nvSpPr>
          <p:cNvPr id="27" name="perfil4"/>
          <p:cNvSpPr/>
          <p:nvPr/>
        </p:nvSpPr>
        <p:spPr>
          <a:xfrm>
            <a:off x="9582912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10131552" y="1783080"/>
            <a:ext cx="960120" cy="9601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 txBox="1"/>
          <p:nvPr/>
        </p:nvSpPr>
        <p:spPr>
          <a:xfrm>
            <a:off x="10131552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720072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operaciones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Salcedo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reportes breves y decide dónde invertir.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i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ficticias del caso académico (taller de manufactura metalmecánica como caso propuesto), definidas en Roles y Prototipos (FGAP030).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Scrum y plan en 4 sprints</a:t>
            </a:r>
            <a:endParaRPr lang="en-US" sz="3200" dirty="0"/>
          </a:p>
        </p:txBody>
      </p:sp>
      <p:sp>
        <p:nvSpPr>
          <p:cNvPr id="3" name="integrante0"/>
          <p:cNvSpPr/>
          <p:nvPr/>
        </p:nvSpPr>
        <p:spPr>
          <a:xfrm>
            <a:off x="548640" y="146304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" y="1709928"/>
            <a:ext cx="786384" cy="786384"/>
          </a:xfrm>
          <a:prstGeom prst="ellipse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72" y="1898660"/>
            <a:ext cx="408920" cy="40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Sebastian Chumacero Chávarry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backlog y acepta los incrementos.</a:t>
            </a:r>
            <a:endParaRPr lang="en-US" sz="1300" dirty="0"/>
          </a:p>
        </p:txBody>
      </p:sp>
      <p:sp>
        <p:nvSpPr>
          <p:cNvPr id="9" name="integrante1"/>
          <p:cNvSpPr/>
          <p:nvPr/>
        </p:nvSpPr>
        <p:spPr>
          <a:xfrm>
            <a:off x="548640" y="29260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77240" y="3172968"/>
            <a:ext cx="786384" cy="786384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72" y="3361700"/>
            <a:ext cx="408920" cy="408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Y DEVELOPER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Gabriel Lopez Yrribarren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Scrum; interfaz, integración y pruebas.</a:t>
            </a:r>
            <a:endParaRPr lang="en-US" sz="1300" dirty="0"/>
          </a:p>
        </p:txBody>
      </p:sp>
      <p:sp>
        <p:nvSpPr>
          <p:cNvPr id="15" name="integrante2"/>
          <p:cNvSpPr/>
          <p:nvPr/>
        </p:nvSpPr>
        <p:spPr>
          <a:xfrm>
            <a:off x="548640" y="43891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77240" y="4636008"/>
            <a:ext cx="786384" cy="786384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72" y="4824740"/>
            <a:ext cx="408920" cy="408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800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Fernando Salazar Diaz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YOLOv8 y ConvLSTM.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1463040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 txBox="1"/>
          <p:nvPr/>
        </p:nvSpPr>
        <p:spPr>
          <a:xfrm>
            <a:off x="6217920" y="14630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722376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conductas, entorno y anotación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23760" y="1901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– 30/10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217920" y="2450592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 txBox="1"/>
          <p:nvPr/>
        </p:nvSpPr>
        <p:spPr>
          <a:xfrm>
            <a:off x="6217920" y="245059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7223760" y="24963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YOLOv8, selección de frames y secuencias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223760" y="2889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– 13/11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217920" y="3438144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5"/>
          <p:cNvSpPr txBox="1"/>
          <p:nvPr/>
        </p:nvSpPr>
        <p:spPr>
          <a:xfrm>
            <a:off x="6217920" y="343814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7223760" y="34838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ConvLSTM, pipeline completo y evaluación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223760" y="3877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 – 27/11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17920" y="4425696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9"/>
          <p:cNvSpPr txBox="1"/>
          <p:nvPr/>
        </p:nvSpPr>
        <p:spPr>
          <a:xfrm>
            <a:off x="6217920" y="44256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7223760" y="4471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Interfaz, alertas, registro y pruebas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7223760" y="4864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– 11/12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05–16/10 · Cierre: 14–18/12/2026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épicas: del video a la alerta</a:t>
            </a:r>
            <a:endParaRPr lang="en-US" sz="3200" dirty="0"/>
          </a:p>
        </p:txBody>
      </p:sp>
      <p:sp>
        <p:nvSpPr>
          <p:cNvPr id="3" name="epicaEP01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105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Ingestión y preprocesamiento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TI (Jorge): Cargar y normalizar el video industrial para dejarlo listo para el análisis.</a:t>
            </a:r>
            <a:endParaRPr lang="en-US" sz="1300" dirty="0"/>
          </a:p>
        </p:txBody>
      </p:sp>
      <p:sp>
        <p:nvSpPr>
          <p:cNvPr id="9" name="epicaEP02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8105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espacial y filtrado (YOLOv8)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(Mariana): Detectar trabajadores y descartar frames irrelevantes para aligerar el procesamiento.</a:t>
            </a:r>
            <a:endParaRPr lang="en-US" sz="1300" dirty="0"/>
          </a:p>
        </p:txBody>
      </p:sp>
      <p:sp>
        <p:nvSpPr>
          <p:cNvPr id="15" name="epicaEP03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8105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09828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temporal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(Mariana): Agrupar los frames filtrados en clips de una sola acción.</a:t>
            </a:r>
            <a:endParaRPr lang="en-US" sz="1300" dirty="0"/>
          </a:p>
        </p:txBody>
      </p:sp>
      <p:sp>
        <p:nvSpPr>
          <p:cNvPr id="21" name="epicaEP04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42702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espacio-temporal (ConvLSTM)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(Mariana): Clasificar cada clip como conducta segura o insegura. Épica central.</a:t>
            </a:r>
            <a:endParaRPr lang="en-US" sz="1300" dirty="0"/>
          </a:p>
        </p:txBody>
      </p:sp>
      <p:sp>
        <p:nvSpPr>
          <p:cNvPr id="27" name="epicaEP05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34924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349240" y="42702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y registro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52628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evaluador del sistema: Ver el video con etiquetas, recibir alertas y registrar los resultados.</a:t>
            </a:r>
            <a:endParaRPr lang="en-US" sz="1300" dirty="0"/>
          </a:p>
        </p:txBody>
      </p:sp>
      <p:sp>
        <p:nvSpPr>
          <p:cNvPr id="33" name="epicaEP06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09828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0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9098280" y="42702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trazabilidad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27532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técnico: Ajustar umbrales y parámetros, y revisar los registros de procesamiento.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épicas a historias de usuario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  Ingestión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6120" y="137160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33832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Cargar un video industrial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137160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58952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Fragmentar el video en frames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685800" y="2084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  Filtrado YOLOv8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2084832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3383280" y="20848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Detectar trabajadores en cada frame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084832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7589520" y="20848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 Descartar frames sin trabajadores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685800" y="27980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  Segmentación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2798064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338328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 Agrupar frames en clips de tamaño fijo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798064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758952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Descartar clips sin tiempo mínimo de acción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11296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E0483E"/>
          </a:solidFill>
          <a:ln w="12700">
            <a:solidFill>
              <a:srgbClr val="E04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685800" y="35112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  ConvLSTM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3511296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 txBox="1"/>
          <p:nvPr/>
        </p:nvSpPr>
        <p:spPr>
          <a:xfrm>
            <a:off x="3383280" y="35112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Procesar el clip con ConvLSTM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52360" y="3511296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 txBox="1"/>
          <p:nvPr/>
        </p:nvSpPr>
        <p:spPr>
          <a:xfrm>
            <a:off x="7589520" y="35112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 Etiquetar la conducta: segura o insegura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24528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 txBox="1"/>
          <p:nvPr/>
        </p:nvSpPr>
        <p:spPr>
          <a:xfrm>
            <a:off x="685800" y="4224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  Interfaz y registro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4224528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3383280" y="4224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Ver el video con un recuadro de color según el riesgo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52360" y="4224528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 txBox="1"/>
          <p:nvPr/>
        </p:nvSpPr>
        <p:spPr>
          <a:xfrm>
            <a:off x="7589520" y="4224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Activar una alerta ante una conducta insegura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 txBox="1"/>
          <p:nvPr/>
        </p:nvSpPr>
        <p:spPr>
          <a:xfrm>
            <a:off x="685800" y="4937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  Administración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46120" y="493776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 txBox="1"/>
          <p:nvPr/>
        </p:nvSpPr>
        <p:spPr>
          <a:xfrm>
            <a:off x="3383280" y="4937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0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Ajustar umbrales de confianza e IoU de YOLOv8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493776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 txBox="1"/>
          <p:nvPr/>
        </p:nvSpPr>
        <p:spPr>
          <a:xfrm>
            <a:off x="7589520" y="4937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B0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 Ver el log de tiempos de procesamiento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«Como [rol], quiero [funcionalidad], para [beneficio]». Son 12 historias iniciales; se priorizan en el Product Backlog y se reparten entre los 4 sprints.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2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con un presupuesto acotado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20,768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 total (igual al Acta de Constitución)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18,600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valorizada del equipo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280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en efectivo (GPU, almacenamiento, impresión)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1,888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 del 10 %</a:t>
            </a:r>
            <a:endParaRPr lang="en-US" sz="1400" dirty="0"/>
          </a:p>
        </p:txBody>
      </p:sp>
      <p:sp>
        <p:nvSpPr>
          <p:cNvPr id="11" name="viabilidad"/>
          <p:cNvSpPr/>
          <p:nvPr/>
        </p:nvSpPr>
        <p:spPr>
          <a:xfrm>
            <a:off x="6675120" y="1463040"/>
            <a:ext cx="49377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blurRad="101600" dist="25400" dir="5400000" algn="bl" rotWithShape="0">
              <a:srgbClr val="0F1B2D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699516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viable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95160" y="233172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223" y="2467783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726680" y="2331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 de video industrial con licencia CC BY 4.0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95160" y="320040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223" y="333646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72668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abiertas y GPU bajo demanda (Colab o local)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995160" y="406908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23" y="420514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26680" y="4069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disponible y roles de usuario definidos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995160" y="493776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223" y="507382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26680" y="49377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diseño: sin reconocimiento facial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guía a NewBit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47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la conducta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frame aislado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9476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valida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apoya, no reemplaza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9476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reconocimiento facial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9611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432" y="19476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11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9611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configuración versionados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</Words>
  <Application>Microsoft Office PowerPoint</Application>
  <PresentationFormat>Panorámica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Las cámaras graban, pero no avisan</vt:lpstr>
      <vt:lpstr>NewBit convierte cada cámara en un sensor inteligente</vt:lpstr>
      <vt:lpstr>Del video a la alerta en 7 etapas</vt:lpstr>
      <vt:lpstr>Primera versión: dos conductas de alto riesgo</vt:lpstr>
      <vt:lpstr>Cómo aprende NewBit</vt:lpstr>
      <vt:lpstr>Cinco perfiles, una misma plataforma</vt:lpstr>
      <vt:lpstr>Equipo Scrum y plan en 4 sprints</vt:lpstr>
      <vt:lpstr>Seis épicas: del video a la alerta</vt:lpstr>
      <vt:lpstr>De épicas a historias de usuario</vt:lpstr>
      <vt:lpstr>Viable con un presupuesto acotado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NewBit – Presentación del proyecto</dc:title>
  <dc:subject>PptxGenJS Presentation</dc:subject>
  <dc:creator>Equipo NewBit</dc:creator>
  <cp:lastModifiedBy>SALAZAR DIAZ LUIS FERNANDO ELIAS</cp:lastModifiedBy>
  <cp:revision>2</cp:revision>
  <dcterms:created xsi:type="dcterms:W3CDTF">2026-10-12T20:36:22Z</dcterms:created>
  <dcterms:modified xsi:type="dcterms:W3CDTF">2026-10-17T20:14:08Z</dcterms:modified>
</cp:coreProperties>
</file>